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Outfit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6.xml"/><Relationship Id="rId22" Type="http://schemas.openxmlformats.org/officeDocument/2006/relationships/font" Target="fonts/Inter-boldItalic.fntdata"/><Relationship Id="rId10" Type="http://schemas.openxmlformats.org/officeDocument/2006/relationships/slide" Target="slides/slide5.xml"/><Relationship Id="rId21" Type="http://schemas.openxmlformats.org/officeDocument/2006/relationships/font" Target="fonts/Inter-italic.fntdata"/><Relationship Id="rId13" Type="http://schemas.openxmlformats.org/officeDocument/2006/relationships/slide" Target="slides/slide8.xml"/><Relationship Id="rId24" Type="http://schemas.openxmlformats.org/officeDocument/2006/relationships/font" Target="fonts/Outfit-bold.fntdata"/><Relationship Id="rId12" Type="http://schemas.openxmlformats.org/officeDocument/2006/relationships/slide" Target="slides/slide7.xml"/><Relationship Id="rId23" Type="http://schemas.openxmlformats.org/officeDocument/2006/relationships/font" Target="fonts/Outfi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regular.fntdata"/><Relationship Id="rId6" Type="http://schemas.openxmlformats.org/officeDocument/2006/relationships/slide" Target="slides/slide1.xml"/><Relationship Id="rId18" Type="http://schemas.openxmlformats.org/officeDocument/2006/relationships/font" Target="fonts/Inter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6575" y="4119562"/>
            <a:ext cx="60388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25603" y="2071687"/>
            <a:ext cx="6340792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StackPals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76575" y="3271837"/>
            <a:ext cx="60388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Focus &amp; Wellness Independent Desktop Companion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457575" y="4310062"/>
            <a:ext cx="5276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ENT208TC | Group 24 | Demo Day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24137"/>
            <a:ext cx="53340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24137"/>
            <a:ext cx="533400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62025" y="3014662"/>
            <a:ext cx="47805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Hyper-Focus Neglect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538537"/>
            <a:ext cx="4552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When in "the zone," students and workers lose track of time entirely, leading to muscle strain, eye fatigue, and severe mental exhaustion.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77025" y="3014662"/>
            <a:ext cx="478059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The Smartphone Paradox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12800" y="3429012"/>
            <a:ext cx="45531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Using a phone for a timer often backfires. A single notification leads to endless scrolling, destroying the very focus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user intended to save--The device we use to help us focus is actually our biggest source of distraction.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The Distraction Crisis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title="1233444.png"/>
          <p:cNvPicPr preferRelativeResize="0"/>
          <p:nvPr/>
        </p:nvPicPr>
        <p:blipFill rotWithShape="1">
          <a:blip r:embed="rId4">
            <a:alphaModFix/>
          </a:blip>
          <a:srcRect b="13835" l="0" r="0" t="13842"/>
          <a:stretch/>
        </p:blipFill>
        <p:spPr>
          <a:xfrm>
            <a:off x="6286500" y="843200"/>
            <a:ext cx="5333999" cy="48718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2095500"/>
            <a:ext cx="5600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Why Apps Fail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47725" y="26289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52500" y="262890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Easy to Ignore: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Background alerts are swiped away without thought during intense work sessions.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47725" y="32004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52500" y="320040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Lack of Presence: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Digital pop-ups don't create an emotional or tactile connection with the user.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47725" y="37719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52500" y="3771900"/>
            <a:ext cx="4953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Screen Fatigue: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Adding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more notifications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 already crowded screen increases cognitive load.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Invisible Software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762000"/>
            <a:ext cx="5200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Independent Hardware</a:t>
            </a:r>
            <a:endParaRPr/>
          </a:p>
        </p:txBody>
      </p:sp>
      <p:pic>
        <p:nvPicPr>
          <p:cNvPr id="121" name="Google Shape;121;p16" title="微信图片_20260506151752_2496_965.jpg"/>
          <p:cNvPicPr preferRelativeResize="0"/>
          <p:nvPr/>
        </p:nvPicPr>
        <p:blipFill rotWithShape="1">
          <a:blip r:embed="rId4">
            <a:alphaModFix/>
          </a:blip>
          <a:srcRect b="0" l="2372" r="2363" t="0"/>
          <a:stretch/>
        </p:blipFill>
        <p:spPr>
          <a:xfrm>
            <a:off x="6096000" y="0"/>
            <a:ext cx="6095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2814637"/>
            <a:ext cx="5200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Tangible &amp; Dedicated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3338512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StackPals is a standalone physical device. It lives on your desk, strictly for focus. No social media, no distractions—just a dedicated wellness partner.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431006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Equipped with an intuitive interface and conversational intelligence.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3150"/>
            <a:ext cx="34925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43150"/>
            <a:ext cx="34925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43150"/>
            <a:ext cx="3492549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794225" y="3390900"/>
            <a:ext cx="30470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Left Button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66775" y="391477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Timer Control.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Start, pause, or end your countdown sessions with a single physical click.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4572524" y="3390900"/>
            <a:ext cx="30470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Middle Button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645074" y="3914775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 Data.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Instantly view focus history, streaks, and productivity analytics on screen.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350824" y="3390900"/>
            <a:ext cx="30470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Right Button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423374" y="391477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Settings.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Customize timers, choose ringtones, or swap "Desk Pet" skins.</a:t>
            </a:r>
            <a:endParaRPr/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46250" y="268605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6860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6860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The 3-Button Architecture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3375660" y="2362200"/>
            <a:ext cx="544068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LIVE DEMO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5143500" y="3609975"/>
            <a:ext cx="19050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3634750" y="4027525"/>
            <a:ext cx="5181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Witness the "Desk Pet" Ecosystem in Action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571500" y="497605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"Pressing that physical left button feels like a ritual. It completely kills my urge to grab my phone</a:t>
            </a: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 — Tester User 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1458813" y="2229238"/>
            <a:ext cx="20478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92%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1458638" y="3689025"/>
            <a:ext cx="2047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BUTTON INTUITION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5281475" y="2159100"/>
            <a:ext cx="1781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4/5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5281425" y="3558900"/>
            <a:ext cx="178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DAILY ADOPTION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8837452" y="2159100"/>
            <a:ext cx="18954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85%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8837489" y="3562125"/>
            <a:ext cx="1895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VOICE ACCURACY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User Validation Results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1385550" y="4070013"/>
            <a:ext cx="23058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Requiring Zero Instruction Manual</a:t>
            </a:r>
            <a:endParaRPr sz="1650">
              <a:solidFill>
                <a:srgbClr val="22D3EE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3582725" y="5638150"/>
            <a:ext cx="60186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Creates a physical boundary against digital distractions</a:t>
            </a:r>
            <a:endParaRPr sz="1650">
              <a:solidFill>
                <a:srgbClr val="22D3EE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2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/>
          <p:nvPr/>
        </p:nvSpPr>
        <p:spPr>
          <a:xfrm>
            <a:off x="571500" y="3919537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07968" y="3443287"/>
            <a:ext cx="26683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Hardware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71475" y="4357537"/>
            <a:ext cx="25413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Refine the hardware experience, improving the tactile feedback of the three buttons and upgrading the screen display</a:t>
            </a:r>
            <a:endParaRPr sz="15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3343888" y="3443287"/>
            <a:ext cx="26683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Voice AI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3407450" y="4357500"/>
            <a:ext cx="25413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Deepening NLP for emotional support dialogs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5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Offer personalized voice encouragement</a:t>
            </a:r>
            <a:endParaRPr sz="15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6179808" y="3443287"/>
            <a:ext cx="26683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Connectivity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6243352" y="4443437"/>
            <a:ext cx="2541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Optional desktop sync for long-term data archiving.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9015728" y="3443287"/>
            <a:ext cx="26683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Launch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9142784" y="4443437"/>
            <a:ext cx="2541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Pre-order phase for student beta testers.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571500"/>
            <a:ext cx="1160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Scale &amp; Refinement</a:t>
            </a:r>
            <a:endParaRPr b="1" sz="2400">
              <a:solidFill>
                <a:srgbClr val="F1F5F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765920" y="411480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601840" y="411480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7437759" y="411480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10273679" y="411480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07975" y="1530225"/>
            <a:ext cx="5049000" cy="57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The clear roadmap for StackPals</a:t>
            </a:r>
            <a:endParaRPr b="1" sz="2400">
              <a:solidFill>
                <a:srgbClr val="F1F5F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464500" y="5293400"/>
            <a:ext cx="2383500" cy="13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Hydration Tracking Sedentary Reminders</a:t>
            </a:r>
            <a:endParaRPr sz="15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…</a:t>
            </a:r>
            <a:endParaRPr sz="15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464500" y="1336725"/>
            <a:ext cx="5202900" cy="9642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Less Noise, More Soul</a:t>
            </a:r>
            <a:endParaRPr b="1" sz="2400">
              <a:solidFill>
                <a:srgbClr val="F1F5F9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Escape the Phone, Enter the Zone</a:t>
            </a:r>
            <a:endParaRPr b="1" sz="2400">
              <a:solidFill>
                <a:srgbClr val="F1F5F9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3496952" y="2033575"/>
            <a:ext cx="5198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Questions?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4143375" y="3233737"/>
            <a:ext cx="3905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your attention!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4143375" y="4081462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Group 24 | StackPals Team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4143375" y="4481512"/>
            <a:ext cx="3905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XJTLU Entrepreneur College (Taicang)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